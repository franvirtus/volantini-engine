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2" name="PICTURE_HERO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0"/>
            <a:ext cx="4434840" cy="4645152"/>
          </a:xfrm>
          <a:prstGeom prst="rect">
            <a:avLst/>
          </a:prstGeom>
        </p:spPr>
      </p:pic>
      <p:sp>
        <p:nvSpPr>
          <p:cNvPr id="3" name="HERO_GREEN_STROKE_1"/>
          <p:cNvSpPr/>
          <p:nvPr/>
        </p:nvSpPr>
        <p:spPr>
          <a:xfrm rot="20280000">
            <a:off x="2916936" y="0"/>
            <a:ext cx="54864" cy="13258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RO_GREEN_STROKE_2"/>
          <p:cNvSpPr/>
          <p:nvPr/>
        </p:nvSpPr>
        <p:spPr>
          <a:xfrm rot="20280000">
            <a:off x="2798064" y="164592"/>
            <a:ext cx="36576" cy="8686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RO_GREEN_STROKE_3"/>
          <p:cNvSpPr/>
          <p:nvPr/>
        </p:nvSpPr>
        <p:spPr>
          <a:xfrm rot="20280000">
            <a:off x="2971800" y="310896"/>
            <a:ext cx="27432" cy="68580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_LOGO_TOP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10896"/>
            <a:ext cx="658368" cy="658368"/>
          </a:xfrm>
          <a:prstGeom prst="rect">
            <a:avLst/>
          </a:prstGeom>
        </p:spPr>
      </p:pic>
      <p:sp>
        <p:nvSpPr>
          <p:cNvPr id="7" name="LOGO_TOP_editable_mark_1"/>
          <p:cNvSpPr/>
          <p:nvPr/>
        </p:nvSpPr>
        <p:spPr>
          <a:xfrm rot="20280000">
            <a:off x="426476" y="363565"/>
            <a:ext cx="131673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_TOP_editable_mark_2"/>
          <p:cNvSpPr/>
          <p:nvPr/>
        </p:nvSpPr>
        <p:spPr>
          <a:xfrm rot="1320000">
            <a:off x="597651" y="363565"/>
            <a:ext cx="105338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GO_TOP_editable_mark_3"/>
          <p:cNvSpPr/>
          <p:nvPr/>
        </p:nvSpPr>
        <p:spPr>
          <a:xfrm rot="1320000">
            <a:off x="729325" y="363565"/>
            <a:ext cx="92171" cy="362102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RAND_TOP_NAME"/>
          <p:cNvSpPr txBox="1"/>
          <p:nvPr/>
        </p:nvSpPr>
        <p:spPr>
          <a:xfrm>
            <a:off x="1170432" y="411480"/>
            <a:ext cx="15544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11" name="BRAND_TOP_SUB"/>
          <p:cNvSpPr txBox="1"/>
          <p:nvPr/>
        </p:nvSpPr>
        <p:spPr>
          <a:xfrm>
            <a:off x="1188720" y="6858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12" name="TEXT_TITLE_1"/>
          <p:cNvSpPr txBox="1"/>
          <p:nvPr/>
        </p:nvSpPr>
        <p:spPr>
          <a:xfrm rot="21360000">
            <a:off x="118872" y="1170432"/>
            <a:ext cx="30175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8ED600"/>
                </a:solidFill>
                <a:latin typeface="Anton"/>
              </a:rPr>
              <a:t>LOTTA</a:t>
            </a:r>
          </a:p>
        </p:txBody>
      </p:sp>
      <p:sp>
        <p:nvSpPr>
          <p:cNvPr id="13" name="TEXT_TITLE_2"/>
          <p:cNvSpPr txBox="1"/>
          <p:nvPr/>
        </p:nvSpPr>
        <p:spPr>
          <a:xfrm rot="21360000">
            <a:off x="164592" y="1920240"/>
            <a:ext cx="3520440" cy="969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50505"/>
                </a:solidFill>
                <a:latin typeface="Anton"/>
              </a:rPr>
              <a:t>PUGILATO</a:t>
            </a:r>
          </a:p>
        </p:txBody>
      </p:sp>
      <p:sp>
        <p:nvSpPr>
          <p:cNvPr id="14" name="AGE_BORDER"/>
          <p:cNvSpPr/>
          <p:nvPr/>
        </p:nvSpPr>
        <p:spPr>
          <a:xfrm rot="21420000">
            <a:off x="256032" y="3584448"/>
            <a:ext cx="3456432" cy="566928"/>
          </a:xfrm>
          <a:prstGeom prst="parallelogram">
            <a:avLst/>
          </a:prstGeom>
          <a:noFill/>
          <a:ln w="1905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_AGE"/>
          <p:cNvSpPr txBox="1"/>
          <p:nvPr/>
        </p:nvSpPr>
        <p:spPr>
          <a:xfrm rot="21420000">
            <a:off x="502920" y="3657600"/>
            <a:ext cx="29077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050505"/>
                </a:solidFill>
                <a:latin typeface="Anton"/>
              </a:rPr>
              <a:t>DAI 10 AI 14 ANNI</a:t>
            </a:r>
          </a:p>
        </p:txBody>
      </p:sp>
      <p:pic>
        <p:nvPicPr>
          <p:cNvPr id="94" name="PICTURE_GALLERY_1" descr="gallery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5152"/>
            <a:ext cx="2487168" cy="1828800"/>
          </a:xfrm>
          <a:prstGeom prst="rect">
            <a:avLst/>
          </a:prstGeom>
        </p:spPr>
      </p:pic>
      <p:pic>
        <p:nvPicPr>
          <p:cNvPr id="95" name="PICTURE_GALLERY_2" descr="gallery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4645152"/>
            <a:ext cx="2578608" cy="1828800"/>
          </a:xfrm>
          <a:prstGeom prst="rect">
            <a:avLst/>
          </a:prstGeom>
        </p:spPr>
      </p:pic>
      <p:pic>
        <p:nvPicPr>
          <p:cNvPr id="96" name="PICTURE_GALLERY_3" descr="gallery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4645152"/>
            <a:ext cx="2496312" cy="1828800"/>
          </a:xfrm>
          <a:prstGeom prst="rect">
            <a:avLst/>
          </a:prstGeom>
        </p:spPr>
      </p:pic>
      <p:sp>
        <p:nvSpPr>
          <p:cNvPr id="19" name="GALLERY_SEPARATOR_1"/>
          <p:cNvSpPr/>
          <p:nvPr/>
        </p:nvSpPr>
        <p:spPr>
          <a:xfrm rot="480000">
            <a:off x="2441448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ALLERY_SEPARATOR_2"/>
          <p:cNvSpPr/>
          <p:nvPr/>
        </p:nvSpPr>
        <p:spPr>
          <a:xfrm rot="480000">
            <a:off x="5020056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BENEFITS_RULE_LEFT"/>
          <p:cNvCxnSpPr/>
          <p:nvPr/>
        </p:nvCxnSpPr>
        <p:spPr>
          <a:xfrm>
            <a:off x="320040" y="6784848"/>
            <a:ext cx="2130552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BENEFITS_RULE_RIGHT"/>
          <p:cNvCxnSpPr/>
          <p:nvPr/>
        </p:nvCxnSpPr>
        <p:spPr>
          <a:xfrm>
            <a:off x="5166360" y="6784848"/>
            <a:ext cx="2167128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BENEFITS_TITLE"/>
          <p:cNvSpPr txBox="1"/>
          <p:nvPr/>
        </p:nvSpPr>
        <p:spPr>
          <a:xfrm>
            <a:off x="2542032" y="6601968"/>
            <a:ext cx="2514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50505"/>
                </a:solidFill>
                <a:latin typeface="Anton"/>
              </a:rPr>
              <a:t>COSA TI PORTERAI DENTRO</a:t>
            </a:r>
          </a:p>
        </p:txBody>
      </p:sp>
      <p:sp>
        <p:nvSpPr>
          <p:cNvPr id="24" name="BENEFIT_1_ICON"/>
          <p:cNvSpPr/>
          <p:nvPr/>
        </p:nvSpPr>
        <p:spPr>
          <a:xfrm>
            <a:off x="598932" y="7086600"/>
            <a:ext cx="402336" cy="40233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" y="7178040"/>
            <a:ext cx="219456" cy="219456"/>
          </a:xfrm>
          <a:prstGeom prst="ellipse">
            <a:avLst/>
          </a:prstGeom>
          <a:noFill/>
          <a:ln w="1905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8" y="7260336"/>
            <a:ext cx="54864" cy="54864"/>
          </a:xfrm>
          <a:prstGeom prst="ellips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_BENEFIT_1_TITLE"/>
          <p:cNvSpPr txBox="1"/>
          <p:nvPr/>
        </p:nvSpPr>
        <p:spPr>
          <a:xfrm>
            <a:off x="246888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DISCIPLINA</a:t>
            </a:r>
          </a:p>
        </p:txBody>
      </p:sp>
      <p:sp>
        <p:nvSpPr>
          <p:cNvPr id="28" name="TEXT_BENEFIT_1_TEXT"/>
          <p:cNvSpPr txBox="1"/>
          <p:nvPr/>
        </p:nvSpPr>
        <p:spPr>
          <a:xfrm>
            <a:off x="301752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Impari rispetto e controllo.</a:t>
            </a:r>
          </a:p>
        </p:txBody>
      </p:sp>
      <p:cxnSp>
        <p:nvCxnSpPr>
          <p:cNvPr id="29" name="BENEFIT_SEPARATOR_1"/>
          <p:cNvCxnSpPr/>
          <p:nvPr/>
        </p:nvCxnSpPr>
        <p:spPr>
          <a:xfrm>
            <a:off x="1399032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ENEFIT_2_ICON"/>
          <p:cNvSpPr/>
          <p:nvPr/>
        </p:nvSpPr>
        <p:spPr>
          <a:xfrm>
            <a:off x="1796796" y="7077456"/>
            <a:ext cx="402336" cy="420624"/>
          </a:xfrm>
          <a:prstGeom prst="homePlat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15668" y="7287768"/>
            <a:ext cx="73152" cy="82296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88820" y="7214616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_BENEFIT_2_TITLE"/>
          <p:cNvSpPr txBox="1"/>
          <p:nvPr/>
        </p:nvSpPr>
        <p:spPr>
          <a:xfrm>
            <a:off x="1444752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SICUREZZA</a:t>
            </a:r>
          </a:p>
        </p:txBody>
      </p:sp>
      <p:sp>
        <p:nvSpPr>
          <p:cNvPr id="34" name="TEXT_BENEFIT_2_TEXT"/>
          <p:cNvSpPr txBox="1"/>
          <p:nvPr/>
        </p:nvSpPr>
        <p:spPr>
          <a:xfrm>
            <a:off x="1499616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Ambiente sicuro e controllato.</a:t>
            </a:r>
          </a:p>
        </p:txBody>
      </p:sp>
      <p:cxnSp>
        <p:nvCxnSpPr>
          <p:cNvPr id="35" name="BENEFIT_SEPARATOR_2"/>
          <p:cNvCxnSpPr/>
          <p:nvPr/>
        </p:nvCxnSpPr>
        <p:spPr>
          <a:xfrm>
            <a:off x="2596896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ENEFIT_3_ICON"/>
          <p:cNvSpPr/>
          <p:nvPr/>
        </p:nvSpPr>
        <p:spPr>
          <a:xfrm>
            <a:off x="2958084" y="7123176"/>
            <a:ext cx="475488" cy="310896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3250692" y="7214616"/>
            <a:ext cx="146304" cy="109728"/>
          </a:xfrm>
          <a:prstGeom prst="line">
            <a:avLst/>
          </a:prstGeom>
          <a:ln w="3175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_BENEFIT_3_TITLE"/>
          <p:cNvSpPr txBox="1"/>
          <p:nvPr/>
        </p:nvSpPr>
        <p:spPr>
          <a:xfrm>
            <a:off x="2642616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FORZA</a:t>
            </a:r>
          </a:p>
        </p:txBody>
      </p:sp>
      <p:sp>
        <p:nvSpPr>
          <p:cNvPr id="39" name="TEXT_BENEFIT_3_TEXT"/>
          <p:cNvSpPr txBox="1"/>
          <p:nvPr/>
        </p:nvSpPr>
        <p:spPr>
          <a:xfrm>
            <a:off x="2697480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Sviluppi forza fisica e controllo.</a:t>
            </a:r>
          </a:p>
        </p:txBody>
      </p:sp>
      <p:cxnSp>
        <p:nvCxnSpPr>
          <p:cNvPr id="40" name="BENEFIT_SEPARATOR_3"/>
          <p:cNvCxnSpPr/>
          <p:nvPr/>
        </p:nvCxnSpPr>
        <p:spPr>
          <a:xfrm>
            <a:off x="3794760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BENEFIT_4_ICON"/>
          <p:cNvSpPr/>
          <p:nvPr/>
        </p:nvSpPr>
        <p:spPr>
          <a:xfrm>
            <a:off x="4347972" y="708660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4283964" y="7178040"/>
            <a:ext cx="91440" cy="146304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75404" y="7178040"/>
            <a:ext cx="137160" cy="10972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192524" y="7324344"/>
            <a:ext cx="109728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02252" y="7324344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66844" y="7196328"/>
            <a:ext cx="146304" cy="6400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_BENEFIT_4_TITLE"/>
          <p:cNvSpPr txBox="1"/>
          <p:nvPr/>
        </p:nvSpPr>
        <p:spPr>
          <a:xfrm>
            <a:off x="3840480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RESISTENZA</a:t>
            </a:r>
          </a:p>
        </p:txBody>
      </p:sp>
      <p:sp>
        <p:nvSpPr>
          <p:cNvPr id="48" name="TEXT_BENEFIT_4_TEXT"/>
          <p:cNvSpPr txBox="1"/>
          <p:nvPr/>
        </p:nvSpPr>
        <p:spPr>
          <a:xfrm>
            <a:off x="3895344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Migliora fiato ed energia.</a:t>
            </a:r>
          </a:p>
        </p:txBody>
      </p:sp>
      <p:cxnSp>
        <p:nvCxnSpPr>
          <p:cNvPr id="49" name="BENEFIT_SEPARATOR_4"/>
          <p:cNvCxnSpPr/>
          <p:nvPr/>
        </p:nvCxnSpPr>
        <p:spPr>
          <a:xfrm>
            <a:off x="4992624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BENEFIT_5_ICON"/>
          <p:cNvSpPr/>
          <p:nvPr/>
        </p:nvSpPr>
        <p:spPr>
          <a:xfrm>
            <a:off x="5372100" y="7104888"/>
            <a:ext cx="438912" cy="384048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591556" y="7123176"/>
            <a:ext cx="0" cy="347472"/>
          </a:xfrm>
          <a:prstGeom prst="line">
            <a:avLst/>
          </a:prstGeom>
          <a:ln w="1524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_BENEFIT_5_TITLE"/>
          <p:cNvSpPr txBox="1"/>
          <p:nvPr/>
        </p:nvSpPr>
        <p:spPr>
          <a:xfrm>
            <a:off x="5038344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FOCUS</a:t>
            </a:r>
          </a:p>
        </p:txBody>
      </p:sp>
      <p:sp>
        <p:nvSpPr>
          <p:cNvPr id="53" name="TEXT_BENEFIT_5_TEXT"/>
          <p:cNvSpPr txBox="1"/>
          <p:nvPr/>
        </p:nvSpPr>
        <p:spPr>
          <a:xfrm>
            <a:off x="5093208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Alleni concentrazione e mentalità.</a:t>
            </a:r>
          </a:p>
        </p:txBody>
      </p:sp>
      <p:cxnSp>
        <p:nvCxnSpPr>
          <p:cNvPr id="54" name="BENEFIT_SEPARATOR_5"/>
          <p:cNvCxnSpPr/>
          <p:nvPr/>
        </p:nvCxnSpPr>
        <p:spPr>
          <a:xfrm>
            <a:off x="6190488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BENEFIT_6_ICON"/>
          <p:cNvSpPr/>
          <p:nvPr/>
        </p:nvSpPr>
        <p:spPr>
          <a:xfrm>
            <a:off x="6679692" y="7086600"/>
            <a:ext cx="219456" cy="21945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c 55"/>
          <p:cNvSpPr/>
          <p:nvPr/>
        </p:nvSpPr>
        <p:spPr>
          <a:xfrm>
            <a:off x="6560820" y="7342631"/>
            <a:ext cx="457200" cy="384048"/>
          </a:xfrm>
          <a:prstGeom prst="arc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_BENEFIT_6_TITLE"/>
          <p:cNvSpPr txBox="1"/>
          <p:nvPr/>
        </p:nvSpPr>
        <p:spPr>
          <a:xfrm>
            <a:off x="6236208" y="7671816"/>
            <a:ext cx="11064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AUTOSTIMA</a:t>
            </a:r>
          </a:p>
        </p:txBody>
      </p:sp>
      <p:sp>
        <p:nvSpPr>
          <p:cNvPr id="58" name="TEXT_BENEFIT_6_TEXT"/>
          <p:cNvSpPr txBox="1"/>
          <p:nvPr/>
        </p:nvSpPr>
        <p:spPr>
          <a:xfrm>
            <a:off x="6291072" y="8028431"/>
            <a:ext cx="99669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Diventi più sicuro di te stesso.</a:t>
            </a:r>
          </a:p>
        </p:txBody>
      </p:sp>
      <p:sp>
        <p:nvSpPr>
          <p:cNvPr id="59" name="CTA_BRUSH_BASE"/>
          <p:cNvSpPr/>
          <p:nvPr/>
        </p:nvSpPr>
        <p:spPr>
          <a:xfrm>
            <a:off x="0" y="9400032"/>
            <a:ext cx="3383280" cy="12893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TA_BRUSH_RAGGED_1"/>
          <p:cNvSpPr/>
          <p:nvPr/>
        </p:nvSpPr>
        <p:spPr>
          <a:xfrm>
            <a:off x="3127248" y="9372600"/>
            <a:ext cx="384048" cy="1152144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TA_BRUSH_RAGGED_2"/>
          <p:cNvSpPr/>
          <p:nvPr/>
        </p:nvSpPr>
        <p:spPr>
          <a:xfrm>
            <a:off x="3218688" y="9409176"/>
            <a:ext cx="384048" cy="1042416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TA_BRUSH_RAGGED_3"/>
          <p:cNvSpPr/>
          <p:nvPr/>
        </p:nvSpPr>
        <p:spPr>
          <a:xfrm>
            <a:off x="3291840" y="9445752"/>
            <a:ext cx="384048" cy="932688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TA_BRUSH_RAGGED_4"/>
          <p:cNvSpPr/>
          <p:nvPr/>
        </p:nvSpPr>
        <p:spPr>
          <a:xfrm>
            <a:off x="3346704" y="9482328"/>
            <a:ext cx="384048" cy="822960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TA_BRUSH_STROKE_1"/>
          <p:cNvSpPr/>
          <p:nvPr/>
        </p:nvSpPr>
        <p:spPr>
          <a:xfrm>
            <a:off x="0" y="9345168"/>
            <a:ext cx="318211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TA_BRUSH_STROKE_2"/>
          <p:cNvSpPr/>
          <p:nvPr/>
        </p:nvSpPr>
        <p:spPr>
          <a:xfrm>
            <a:off x="0" y="9491472"/>
            <a:ext cx="301752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TA_BRUSH_STROKE_3"/>
          <p:cNvSpPr/>
          <p:nvPr/>
        </p:nvSpPr>
        <p:spPr>
          <a:xfrm>
            <a:off x="0" y="9637776"/>
            <a:ext cx="2852928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TA_BRUSH_STROKE_4"/>
          <p:cNvSpPr/>
          <p:nvPr/>
        </p:nvSpPr>
        <p:spPr>
          <a:xfrm>
            <a:off x="0" y="9784080"/>
            <a:ext cx="268833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TA_BRUSH_STROKE_5"/>
          <p:cNvSpPr/>
          <p:nvPr/>
        </p:nvSpPr>
        <p:spPr>
          <a:xfrm>
            <a:off x="0" y="9930384"/>
            <a:ext cx="2523744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TA_BRUSH_STROKE_6"/>
          <p:cNvSpPr/>
          <p:nvPr/>
        </p:nvSpPr>
        <p:spPr>
          <a:xfrm>
            <a:off x="0" y="10076688"/>
            <a:ext cx="235915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TA_BRUSH_STROKE_7"/>
          <p:cNvSpPr/>
          <p:nvPr/>
        </p:nvSpPr>
        <p:spPr>
          <a:xfrm>
            <a:off x="0" y="10222992"/>
            <a:ext cx="219456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TA_BRUSH_STROKE_8"/>
          <p:cNvSpPr/>
          <p:nvPr/>
        </p:nvSpPr>
        <p:spPr>
          <a:xfrm>
            <a:off x="0" y="10369296"/>
            <a:ext cx="2029967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TA_BRUSH_STROKE_9"/>
          <p:cNvSpPr/>
          <p:nvPr/>
        </p:nvSpPr>
        <p:spPr>
          <a:xfrm>
            <a:off x="0" y="10515600"/>
            <a:ext cx="186537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_CTA_MAIN"/>
          <p:cNvSpPr txBox="1"/>
          <p:nvPr/>
        </p:nvSpPr>
        <p:spPr>
          <a:xfrm>
            <a:off x="256032" y="9528048"/>
            <a:ext cx="26974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7FF00"/>
                </a:solidFill>
                <a:latin typeface="Anton"/>
              </a:rPr>
              <a:t>PROVA GRATUITA -</a:t>
            </a:r>
          </a:p>
        </p:txBody>
      </p:sp>
      <p:sp>
        <p:nvSpPr>
          <p:cNvPr id="74" name="TEXT_CTA_SUB"/>
          <p:cNvSpPr txBox="1"/>
          <p:nvPr/>
        </p:nvSpPr>
        <p:spPr>
          <a:xfrm>
            <a:off x="256032" y="982980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nton"/>
              </a:rPr>
              <a:t>LA PRIMA LEZIONE TI ASPETTIAMO!</a:t>
            </a:r>
          </a:p>
        </p:txBody>
      </p:sp>
      <p:sp>
        <p:nvSpPr>
          <p:cNvPr id="75" name="CTA_GREEN_ARROW"/>
          <p:cNvSpPr/>
          <p:nvPr/>
        </p:nvSpPr>
        <p:spPr>
          <a:xfrm>
            <a:off x="2798064" y="9500616"/>
            <a:ext cx="685800" cy="859536"/>
          </a:xfrm>
          <a:prstGeom prst="rightArrow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CON_ADDRESS"/>
          <p:cNvSpPr/>
          <p:nvPr/>
        </p:nvSpPr>
        <p:spPr>
          <a:xfrm>
            <a:off x="3730752" y="94823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sosceles Triangle 76"/>
          <p:cNvSpPr/>
          <p:nvPr/>
        </p:nvSpPr>
        <p:spPr>
          <a:xfrm>
            <a:off x="3771900" y="9592055"/>
            <a:ext cx="82296" cy="118872"/>
          </a:xfrm>
          <a:prstGeom prst="triangl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_ADDRESS"/>
          <p:cNvSpPr txBox="1"/>
          <p:nvPr/>
        </p:nvSpPr>
        <p:spPr>
          <a:xfrm>
            <a:off x="4032504" y="9473184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Via Corfù 71</a:t>
            </a:r>
          </a:p>
        </p:txBody>
      </p:sp>
      <p:sp>
        <p:nvSpPr>
          <p:cNvPr id="79" name="ICON_PHONE"/>
          <p:cNvSpPr/>
          <p:nvPr/>
        </p:nvSpPr>
        <p:spPr>
          <a:xfrm>
            <a:off x="3730752" y="9857232"/>
            <a:ext cx="155448" cy="219456"/>
          </a:xfrm>
          <a:prstGeom prst="roundRect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_PHONE"/>
          <p:cNvSpPr txBox="1"/>
          <p:nvPr/>
        </p:nvSpPr>
        <p:spPr>
          <a:xfrm>
            <a:off x="4032504" y="9848088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3518899843</a:t>
            </a:r>
          </a:p>
        </p:txBody>
      </p:sp>
      <p:sp>
        <p:nvSpPr>
          <p:cNvPr id="81" name="ICON_INSTAGRAM"/>
          <p:cNvSpPr/>
          <p:nvPr/>
        </p:nvSpPr>
        <p:spPr>
          <a:xfrm>
            <a:off x="3730752" y="10222992"/>
            <a:ext cx="182880" cy="182880"/>
          </a:xfrm>
          <a:prstGeom prst="ellipse">
            <a:avLst/>
          </a:prstGeom>
          <a:noFill/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_INSTAGRAM"/>
          <p:cNvSpPr txBox="1"/>
          <p:nvPr/>
        </p:nvSpPr>
        <p:spPr>
          <a:xfrm>
            <a:off x="4032504" y="10213848"/>
            <a:ext cx="1874519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@virtus_group_</a:t>
            </a:r>
          </a:p>
        </p:txBody>
      </p:sp>
      <p:pic>
        <p:nvPicPr>
          <p:cNvPr id="97" name="PICTURE_LOGO_BOTTOM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9390888"/>
            <a:ext cx="566928" cy="566928"/>
          </a:xfrm>
          <a:prstGeom prst="rect">
            <a:avLst/>
          </a:prstGeom>
        </p:spPr>
      </p:pic>
      <p:sp>
        <p:nvSpPr>
          <p:cNvPr id="84" name="LOGO_BOTTOM_editable_mark_1"/>
          <p:cNvSpPr/>
          <p:nvPr/>
        </p:nvSpPr>
        <p:spPr>
          <a:xfrm rot="20280000">
            <a:off x="5938479" y="9436242"/>
            <a:ext cx="113385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OGO_BOTTOM_editable_mark_2"/>
          <p:cNvSpPr/>
          <p:nvPr/>
        </p:nvSpPr>
        <p:spPr>
          <a:xfrm rot="1320000">
            <a:off x="6085880" y="9436242"/>
            <a:ext cx="90708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OGO_BOTTOM_editable_mark_3"/>
          <p:cNvSpPr/>
          <p:nvPr/>
        </p:nvSpPr>
        <p:spPr>
          <a:xfrm rot="1320000">
            <a:off x="6199266" y="9436242"/>
            <a:ext cx="79369" cy="31181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RAND_BOTTOM_NAME"/>
          <p:cNvSpPr txBox="1"/>
          <p:nvPr/>
        </p:nvSpPr>
        <p:spPr>
          <a:xfrm>
            <a:off x="6437376" y="9482328"/>
            <a:ext cx="868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88" name="BRAND_BOTTOM_SUB"/>
          <p:cNvSpPr txBox="1"/>
          <p:nvPr/>
        </p:nvSpPr>
        <p:spPr>
          <a:xfrm>
            <a:off x="6446520" y="9692640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89" name="SOCIAL_INSTAGRAM_ICON"/>
          <p:cNvSpPr/>
          <p:nvPr/>
        </p:nvSpPr>
        <p:spPr>
          <a:xfrm>
            <a:off x="6345936" y="10131552"/>
            <a:ext cx="237744" cy="237744"/>
          </a:xfrm>
          <a:prstGeom prst="roundRect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OCIAL_FACEBOOK_ICON"/>
          <p:cNvSpPr/>
          <p:nvPr/>
        </p:nvSpPr>
        <p:spPr>
          <a:xfrm>
            <a:off x="6967728" y="10131552"/>
            <a:ext cx="256032" cy="256032"/>
          </a:xfrm>
          <a:prstGeom prst="ellipse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OCIAL_FACEBOOK_F"/>
          <p:cNvSpPr txBox="1"/>
          <p:nvPr/>
        </p:nvSpPr>
        <p:spPr>
          <a:xfrm>
            <a:off x="7031736" y="10154412"/>
            <a:ext cx="1188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50505"/>
                </a:solidFill>
                <a:latin typeface="Montserrat"/>
              </a:rP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