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7562850" cy="10688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F54E04-3C26-4115-B7BA-FDD3E8075167}" v="2" dt="2026-05-16T12:39:49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445" y="-101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esco reiti" userId="55558f952dc539fd" providerId="LiveId" clId="{BF731271-FCC1-4D5B-A70D-0C52E7E641C8}"/>
    <pc:docChg chg="custSel addSld modSld">
      <pc:chgData name="francesco reiti" userId="55558f952dc539fd" providerId="LiveId" clId="{BF731271-FCC1-4D5B-A70D-0C52E7E641C8}" dt="2026-05-16T12:39:49.036" v="10" actId="11530"/>
      <pc:docMkLst>
        <pc:docMk/>
      </pc:docMkLst>
      <pc:sldChg chg="addSp delSp modSp mod">
        <pc:chgData name="francesco reiti" userId="55558f952dc539fd" providerId="LiveId" clId="{BF731271-FCC1-4D5B-A70D-0C52E7E641C8}" dt="2026-05-16T12:32:38.199" v="2" actId="21"/>
        <pc:sldMkLst>
          <pc:docMk/>
          <pc:sldMk cId="0" sldId="256"/>
        </pc:sldMkLst>
        <pc:picChg chg="add del mod">
          <ac:chgData name="francesco reiti" userId="55558f952dc539fd" providerId="LiveId" clId="{BF731271-FCC1-4D5B-A70D-0C52E7E641C8}" dt="2026-05-16T12:32:38.199" v="2" actId="21"/>
          <ac:picMkLst>
            <pc:docMk/>
            <pc:sldMk cId="0" sldId="256"/>
            <ac:picMk id="6" creationId="{DC78AEB5-88E2-635E-79C4-287F4DB4061F}"/>
          </ac:picMkLst>
        </pc:picChg>
      </pc:sldChg>
      <pc:sldChg chg="addSp modSp new mod">
        <pc:chgData name="francesco reiti" userId="55558f952dc539fd" providerId="LiveId" clId="{BF731271-FCC1-4D5B-A70D-0C52E7E641C8}" dt="2026-05-16T12:37:05.627" v="9" actId="14100"/>
        <pc:sldMkLst>
          <pc:docMk/>
          <pc:sldMk cId="333523289" sldId="257"/>
        </pc:sldMkLst>
        <pc:picChg chg="add mod modCrop">
          <ac:chgData name="francesco reiti" userId="55558f952dc539fd" providerId="LiveId" clId="{BF731271-FCC1-4D5B-A70D-0C52E7E641C8}" dt="2026-05-16T12:37:05.627" v="9" actId="14100"/>
          <ac:picMkLst>
            <pc:docMk/>
            <pc:sldMk cId="333523289" sldId="257"/>
            <ac:picMk id="6" creationId="{DC78AEB5-88E2-635E-79C4-287F4DB4061F}"/>
          </ac:picMkLst>
        </pc:picChg>
      </pc:sldChg>
      <pc:sldChg chg="modSp add">
        <pc:chgData name="francesco reiti" userId="55558f952dc539fd" providerId="LiveId" clId="{BF731271-FCC1-4D5B-A70D-0C52E7E641C8}" dt="2026-05-16T12:39:49.036" v="10" actId="11530"/>
        <pc:sldMkLst>
          <pc:docMk/>
          <pc:sldMk cId="437686211" sldId="258"/>
        </pc:sldMkLst>
        <pc:picChg chg="mod">
          <ac:chgData name="francesco reiti" userId="55558f952dc539fd" providerId="LiveId" clId="{BF731271-FCC1-4D5B-A70D-0C52E7E641C8}" dt="2026-05-16T12:39:49.036" v="10" actId="11530"/>
          <ac:picMkLst>
            <pc:docMk/>
            <pc:sldMk cId="437686211" sldId="258"/>
            <ac:picMk id="6" creationId="{E0C56A90-609F-DAB7-C74C-1BE0F8B3E3F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_HERO" descr="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0"/>
            <a:ext cx="4434840" cy="4645152"/>
          </a:xfrm>
          <a:prstGeom prst="rect">
            <a:avLst/>
          </a:prstGeom>
        </p:spPr>
      </p:pic>
      <p:sp>
        <p:nvSpPr>
          <p:cNvPr id="3" name="HERO_GREEN_STROKE_1"/>
          <p:cNvSpPr/>
          <p:nvPr/>
        </p:nvSpPr>
        <p:spPr>
          <a:xfrm rot="20280000">
            <a:off x="2916936" y="0"/>
            <a:ext cx="54864" cy="1325880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RO_GREEN_STROKE_2"/>
          <p:cNvSpPr/>
          <p:nvPr/>
        </p:nvSpPr>
        <p:spPr>
          <a:xfrm rot="20280000">
            <a:off x="2798064" y="164592"/>
            <a:ext cx="36576" cy="868680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RO_GREEN_STROKE_3"/>
          <p:cNvSpPr/>
          <p:nvPr/>
        </p:nvSpPr>
        <p:spPr>
          <a:xfrm rot="20280000">
            <a:off x="2971800" y="310896"/>
            <a:ext cx="27432" cy="685800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3" name="PICTURE_LOGO_TOP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10896"/>
            <a:ext cx="658368" cy="658368"/>
          </a:xfrm>
          <a:prstGeom prst="rect">
            <a:avLst/>
          </a:prstGeom>
        </p:spPr>
      </p:pic>
      <p:sp>
        <p:nvSpPr>
          <p:cNvPr id="7" name="LOGO_TOP_editable_mark_1"/>
          <p:cNvSpPr/>
          <p:nvPr/>
        </p:nvSpPr>
        <p:spPr>
          <a:xfrm rot="20280000">
            <a:off x="426476" y="363565"/>
            <a:ext cx="131673" cy="474024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LOGO_TOP_editable_mark_2"/>
          <p:cNvSpPr/>
          <p:nvPr/>
        </p:nvSpPr>
        <p:spPr>
          <a:xfrm rot="1320000">
            <a:off x="597651" y="363565"/>
            <a:ext cx="105338" cy="474024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LOGO_TOP_editable_mark_3"/>
          <p:cNvSpPr/>
          <p:nvPr/>
        </p:nvSpPr>
        <p:spPr>
          <a:xfrm rot="1320000">
            <a:off x="729325" y="363565"/>
            <a:ext cx="92171" cy="362102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RAND_TOP_NAME"/>
          <p:cNvSpPr txBox="1"/>
          <p:nvPr/>
        </p:nvSpPr>
        <p:spPr>
          <a:xfrm>
            <a:off x="1170432" y="411480"/>
            <a:ext cx="155448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50505"/>
                </a:solidFill>
                <a:latin typeface="Montserrat"/>
              </a:rPr>
              <a:t>VIRTUS</a:t>
            </a:r>
          </a:p>
        </p:txBody>
      </p:sp>
      <p:sp>
        <p:nvSpPr>
          <p:cNvPr id="11" name="BRAND_TOP_SUB"/>
          <p:cNvSpPr txBox="1"/>
          <p:nvPr/>
        </p:nvSpPr>
        <p:spPr>
          <a:xfrm>
            <a:off x="1188720" y="685800"/>
            <a:ext cx="16916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050505"/>
                </a:solidFill>
                <a:latin typeface="Montserrat"/>
              </a:rPr>
              <a:t>COMBAT ACADEMY</a:t>
            </a:r>
          </a:p>
        </p:txBody>
      </p:sp>
      <p:sp>
        <p:nvSpPr>
          <p:cNvPr id="12" name="TEXT_TITLE_1"/>
          <p:cNvSpPr txBox="1"/>
          <p:nvPr/>
        </p:nvSpPr>
        <p:spPr>
          <a:xfrm rot="21360000">
            <a:off x="118872" y="1170432"/>
            <a:ext cx="3017520" cy="7863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8ED600"/>
                </a:solidFill>
                <a:latin typeface="Anton"/>
              </a:rPr>
              <a:t>LOTTA</a:t>
            </a:r>
          </a:p>
        </p:txBody>
      </p:sp>
      <p:sp>
        <p:nvSpPr>
          <p:cNvPr id="13" name="TEXT_TITLE_2"/>
          <p:cNvSpPr txBox="1"/>
          <p:nvPr/>
        </p:nvSpPr>
        <p:spPr>
          <a:xfrm rot="21360000">
            <a:off x="164592" y="1920240"/>
            <a:ext cx="3520440" cy="9692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800" b="1">
                <a:solidFill>
                  <a:srgbClr val="050505"/>
                </a:solidFill>
                <a:latin typeface="Anton"/>
              </a:rPr>
              <a:t>PUGILATO</a:t>
            </a:r>
          </a:p>
        </p:txBody>
      </p:sp>
      <p:sp>
        <p:nvSpPr>
          <p:cNvPr id="14" name="AGE_BORDER"/>
          <p:cNvSpPr/>
          <p:nvPr/>
        </p:nvSpPr>
        <p:spPr>
          <a:xfrm rot="21420000">
            <a:off x="256032" y="3584448"/>
            <a:ext cx="3456432" cy="566928"/>
          </a:xfrm>
          <a:prstGeom prst="parallelogram">
            <a:avLst/>
          </a:prstGeom>
          <a:noFill/>
          <a:ln w="19050">
            <a:solidFill>
              <a:srgbClr val="B7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_AGE"/>
          <p:cNvSpPr txBox="1"/>
          <p:nvPr/>
        </p:nvSpPr>
        <p:spPr>
          <a:xfrm rot="21420000">
            <a:off x="502920" y="3657600"/>
            <a:ext cx="2907792" cy="32918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300" b="1">
                <a:solidFill>
                  <a:srgbClr val="050505"/>
                </a:solidFill>
                <a:latin typeface="Anton"/>
              </a:rPr>
              <a:t>DAI 10 AI 14 ANNI</a:t>
            </a:r>
          </a:p>
        </p:txBody>
      </p:sp>
      <p:pic>
        <p:nvPicPr>
          <p:cNvPr id="94" name="PICTURE_GALLERY_1" descr="gallery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45152"/>
            <a:ext cx="2487168" cy="1828800"/>
          </a:xfrm>
          <a:prstGeom prst="rect">
            <a:avLst/>
          </a:prstGeom>
        </p:spPr>
      </p:pic>
      <p:pic>
        <p:nvPicPr>
          <p:cNvPr id="95" name="PICTURE_GALLERY_2" descr="gallery_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168" y="4645152"/>
            <a:ext cx="2578608" cy="1828800"/>
          </a:xfrm>
          <a:prstGeom prst="rect">
            <a:avLst/>
          </a:prstGeom>
        </p:spPr>
      </p:pic>
      <p:pic>
        <p:nvPicPr>
          <p:cNvPr id="96" name="PICTURE_GALLERY_3" descr="gallery_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4645152"/>
            <a:ext cx="2496312" cy="1828800"/>
          </a:xfrm>
          <a:prstGeom prst="rect">
            <a:avLst/>
          </a:prstGeom>
        </p:spPr>
      </p:pic>
      <p:sp>
        <p:nvSpPr>
          <p:cNvPr id="19" name="GALLERY_SEPARATOR_1"/>
          <p:cNvSpPr/>
          <p:nvPr/>
        </p:nvSpPr>
        <p:spPr>
          <a:xfrm rot="480000">
            <a:off x="2441448" y="4617720"/>
            <a:ext cx="41148" cy="1911095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GALLERY_SEPARATOR_2"/>
          <p:cNvSpPr/>
          <p:nvPr/>
        </p:nvSpPr>
        <p:spPr>
          <a:xfrm rot="480000">
            <a:off x="5020056" y="4617720"/>
            <a:ext cx="41148" cy="1911095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" name="BENEFITS_RULE_LEFT"/>
          <p:cNvCxnSpPr/>
          <p:nvPr/>
        </p:nvCxnSpPr>
        <p:spPr>
          <a:xfrm>
            <a:off x="320040" y="6784848"/>
            <a:ext cx="2130552" cy="0"/>
          </a:xfrm>
          <a:prstGeom prst="line">
            <a:avLst/>
          </a:prstGeom>
          <a:ln w="127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BENEFITS_RULE_RIGHT"/>
          <p:cNvCxnSpPr/>
          <p:nvPr/>
        </p:nvCxnSpPr>
        <p:spPr>
          <a:xfrm>
            <a:off x="5166360" y="6784848"/>
            <a:ext cx="2167128" cy="0"/>
          </a:xfrm>
          <a:prstGeom prst="line">
            <a:avLst/>
          </a:prstGeom>
          <a:ln w="127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_BENEFITS_TITLE"/>
          <p:cNvSpPr txBox="1"/>
          <p:nvPr/>
        </p:nvSpPr>
        <p:spPr>
          <a:xfrm>
            <a:off x="2542032" y="6601968"/>
            <a:ext cx="25146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050505"/>
                </a:solidFill>
                <a:latin typeface="Anton"/>
              </a:rPr>
              <a:t>COSA TI PORTERAI DENTRO</a:t>
            </a:r>
          </a:p>
        </p:txBody>
      </p:sp>
      <p:sp>
        <p:nvSpPr>
          <p:cNvPr id="24" name="BENEFIT_1_ICON"/>
          <p:cNvSpPr/>
          <p:nvPr/>
        </p:nvSpPr>
        <p:spPr>
          <a:xfrm>
            <a:off x="598932" y="7086600"/>
            <a:ext cx="402336" cy="402336"/>
          </a:xfrm>
          <a:prstGeom prst="ellipse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90372" y="7178040"/>
            <a:ext cx="219456" cy="219456"/>
          </a:xfrm>
          <a:prstGeom prst="ellipse">
            <a:avLst/>
          </a:prstGeom>
          <a:noFill/>
          <a:ln w="1905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72668" y="7260336"/>
            <a:ext cx="54864" cy="54864"/>
          </a:xfrm>
          <a:prstGeom prst="ellipse">
            <a:avLst/>
          </a:prstGeom>
          <a:solidFill>
            <a:srgbClr val="8ED600"/>
          </a:solidFill>
          <a:ln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_BENEFIT_1_TITLE"/>
          <p:cNvSpPr txBox="1"/>
          <p:nvPr/>
        </p:nvSpPr>
        <p:spPr>
          <a:xfrm>
            <a:off x="246888" y="7671816"/>
            <a:ext cx="1106424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DISCIPLINA</a:t>
            </a:r>
          </a:p>
        </p:txBody>
      </p:sp>
      <p:sp>
        <p:nvSpPr>
          <p:cNvPr id="28" name="TEXT_BENEFIT_1_TEXT"/>
          <p:cNvSpPr txBox="1"/>
          <p:nvPr/>
        </p:nvSpPr>
        <p:spPr>
          <a:xfrm>
            <a:off x="301752" y="8028431"/>
            <a:ext cx="9966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Impari rispetto e controllo.</a:t>
            </a:r>
          </a:p>
        </p:txBody>
      </p:sp>
      <p:cxnSp>
        <p:nvCxnSpPr>
          <p:cNvPr id="29" name="BENEFIT_SEPARATOR_1"/>
          <p:cNvCxnSpPr/>
          <p:nvPr/>
        </p:nvCxnSpPr>
        <p:spPr>
          <a:xfrm>
            <a:off x="1399032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BENEFIT_2_ICON"/>
          <p:cNvSpPr/>
          <p:nvPr/>
        </p:nvSpPr>
        <p:spPr>
          <a:xfrm>
            <a:off x="1796796" y="7077456"/>
            <a:ext cx="402336" cy="420624"/>
          </a:xfrm>
          <a:prstGeom prst="homePlate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30"/>
          <p:cNvCxnSpPr/>
          <p:nvPr/>
        </p:nvCxnSpPr>
        <p:spPr>
          <a:xfrm>
            <a:off x="1915668" y="7287768"/>
            <a:ext cx="73152" cy="82296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988820" y="7214616"/>
            <a:ext cx="128016" cy="15544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_BENEFIT_2_TITLE"/>
          <p:cNvSpPr txBox="1"/>
          <p:nvPr/>
        </p:nvSpPr>
        <p:spPr>
          <a:xfrm>
            <a:off x="1444752" y="7671816"/>
            <a:ext cx="1106424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SICUREZZA</a:t>
            </a:r>
          </a:p>
        </p:txBody>
      </p:sp>
      <p:sp>
        <p:nvSpPr>
          <p:cNvPr id="34" name="TEXT_BENEFIT_2_TEXT"/>
          <p:cNvSpPr txBox="1"/>
          <p:nvPr/>
        </p:nvSpPr>
        <p:spPr>
          <a:xfrm>
            <a:off x="1499616" y="8028431"/>
            <a:ext cx="9966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Ambiente sicuro e controllato.</a:t>
            </a:r>
          </a:p>
        </p:txBody>
      </p:sp>
      <p:cxnSp>
        <p:nvCxnSpPr>
          <p:cNvPr id="35" name="BENEFIT_SEPARATOR_2"/>
          <p:cNvCxnSpPr/>
          <p:nvPr/>
        </p:nvCxnSpPr>
        <p:spPr>
          <a:xfrm>
            <a:off x="2596896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BENEFIT_3_ICON"/>
          <p:cNvSpPr/>
          <p:nvPr/>
        </p:nvSpPr>
        <p:spPr>
          <a:xfrm>
            <a:off x="2958084" y="7123176"/>
            <a:ext cx="475488" cy="310896"/>
          </a:xfrm>
          <a:prstGeom prst="cloud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 flipV="1">
            <a:off x="3250692" y="7214616"/>
            <a:ext cx="146304" cy="109728"/>
          </a:xfrm>
          <a:prstGeom prst="line">
            <a:avLst/>
          </a:prstGeom>
          <a:ln w="3175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_BENEFIT_3_TITLE"/>
          <p:cNvSpPr txBox="1"/>
          <p:nvPr/>
        </p:nvSpPr>
        <p:spPr>
          <a:xfrm>
            <a:off x="2642616" y="7671816"/>
            <a:ext cx="1106424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FORZA</a:t>
            </a:r>
          </a:p>
        </p:txBody>
      </p:sp>
      <p:sp>
        <p:nvSpPr>
          <p:cNvPr id="39" name="TEXT_BENEFIT_3_TEXT"/>
          <p:cNvSpPr txBox="1"/>
          <p:nvPr/>
        </p:nvSpPr>
        <p:spPr>
          <a:xfrm>
            <a:off x="2697480" y="8028431"/>
            <a:ext cx="9966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Sviluppi forza fisica e controllo.</a:t>
            </a:r>
          </a:p>
        </p:txBody>
      </p:sp>
      <p:cxnSp>
        <p:nvCxnSpPr>
          <p:cNvPr id="40" name="BENEFIT_SEPARATOR_3"/>
          <p:cNvCxnSpPr/>
          <p:nvPr/>
        </p:nvCxnSpPr>
        <p:spPr>
          <a:xfrm>
            <a:off x="3794760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BENEFIT_4_ICON"/>
          <p:cNvSpPr/>
          <p:nvPr/>
        </p:nvSpPr>
        <p:spPr>
          <a:xfrm>
            <a:off x="4347972" y="7086600"/>
            <a:ext cx="91440" cy="9144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 flipH="1">
            <a:off x="4283964" y="7178040"/>
            <a:ext cx="91440" cy="146304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75404" y="7178040"/>
            <a:ext cx="137160" cy="10972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4192524" y="7324344"/>
            <a:ext cx="109728" cy="15544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02252" y="7324344"/>
            <a:ext cx="128016" cy="15544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66844" y="7196328"/>
            <a:ext cx="146304" cy="64008"/>
          </a:xfrm>
          <a:prstGeom prst="line">
            <a:avLst/>
          </a:prstGeom>
          <a:ln w="2540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_BENEFIT_4_TITLE"/>
          <p:cNvSpPr txBox="1"/>
          <p:nvPr/>
        </p:nvSpPr>
        <p:spPr>
          <a:xfrm>
            <a:off x="3840480" y="7671816"/>
            <a:ext cx="1106424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RESISTENZA</a:t>
            </a:r>
          </a:p>
        </p:txBody>
      </p:sp>
      <p:sp>
        <p:nvSpPr>
          <p:cNvPr id="48" name="TEXT_BENEFIT_4_TEXT"/>
          <p:cNvSpPr txBox="1"/>
          <p:nvPr/>
        </p:nvSpPr>
        <p:spPr>
          <a:xfrm>
            <a:off x="3895344" y="8028431"/>
            <a:ext cx="9966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Migliora fiato ed energia.</a:t>
            </a:r>
          </a:p>
        </p:txBody>
      </p:sp>
      <p:cxnSp>
        <p:nvCxnSpPr>
          <p:cNvPr id="49" name="BENEFIT_SEPARATOR_4"/>
          <p:cNvCxnSpPr/>
          <p:nvPr/>
        </p:nvCxnSpPr>
        <p:spPr>
          <a:xfrm>
            <a:off x="4992624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BENEFIT_5_ICON"/>
          <p:cNvSpPr/>
          <p:nvPr/>
        </p:nvSpPr>
        <p:spPr>
          <a:xfrm>
            <a:off x="5372100" y="7104888"/>
            <a:ext cx="438912" cy="384048"/>
          </a:xfrm>
          <a:prstGeom prst="cloud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50"/>
          <p:cNvCxnSpPr/>
          <p:nvPr/>
        </p:nvCxnSpPr>
        <p:spPr>
          <a:xfrm>
            <a:off x="5591556" y="7123176"/>
            <a:ext cx="0" cy="347472"/>
          </a:xfrm>
          <a:prstGeom prst="line">
            <a:avLst/>
          </a:prstGeom>
          <a:ln w="15240">
            <a:solidFill>
              <a:srgbClr val="8ED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_BENEFIT_5_TITLE"/>
          <p:cNvSpPr txBox="1"/>
          <p:nvPr/>
        </p:nvSpPr>
        <p:spPr>
          <a:xfrm>
            <a:off x="5038344" y="7671816"/>
            <a:ext cx="1106424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FOCUS</a:t>
            </a:r>
          </a:p>
        </p:txBody>
      </p:sp>
      <p:sp>
        <p:nvSpPr>
          <p:cNvPr id="53" name="TEXT_BENEFIT_5_TEXT"/>
          <p:cNvSpPr txBox="1"/>
          <p:nvPr/>
        </p:nvSpPr>
        <p:spPr>
          <a:xfrm>
            <a:off x="5093208" y="8028431"/>
            <a:ext cx="9966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Alleni concentrazione e mentalità.</a:t>
            </a:r>
          </a:p>
        </p:txBody>
      </p:sp>
      <p:cxnSp>
        <p:nvCxnSpPr>
          <p:cNvPr id="54" name="BENEFIT_SEPARATOR_5"/>
          <p:cNvCxnSpPr/>
          <p:nvPr/>
        </p:nvCxnSpPr>
        <p:spPr>
          <a:xfrm>
            <a:off x="6190488" y="7059168"/>
            <a:ext cx="0" cy="1883664"/>
          </a:xfrm>
          <a:prstGeom prst="line">
            <a:avLst/>
          </a:prstGeom>
          <a:ln w="12700">
            <a:solidFill>
              <a:srgbClr val="D2FF5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BENEFIT_6_ICON"/>
          <p:cNvSpPr/>
          <p:nvPr/>
        </p:nvSpPr>
        <p:spPr>
          <a:xfrm>
            <a:off x="6679692" y="7086600"/>
            <a:ext cx="219456" cy="219456"/>
          </a:xfrm>
          <a:prstGeom prst="ellipse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Arc 55"/>
          <p:cNvSpPr/>
          <p:nvPr/>
        </p:nvSpPr>
        <p:spPr>
          <a:xfrm>
            <a:off x="6560820" y="7342631"/>
            <a:ext cx="457200" cy="384048"/>
          </a:xfrm>
          <a:prstGeom prst="arc">
            <a:avLst/>
          </a:prstGeom>
          <a:noFill/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_BENEFIT_6_TITLE"/>
          <p:cNvSpPr txBox="1"/>
          <p:nvPr/>
        </p:nvSpPr>
        <p:spPr>
          <a:xfrm>
            <a:off x="6236208" y="7671816"/>
            <a:ext cx="1106424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>
                <a:solidFill>
                  <a:srgbClr val="050505"/>
                </a:solidFill>
                <a:latin typeface="Anton"/>
              </a:rPr>
              <a:t>AUTOSTIMA</a:t>
            </a:r>
          </a:p>
        </p:txBody>
      </p:sp>
      <p:sp>
        <p:nvSpPr>
          <p:cNvPr id="58" name="TEXT_BENEFIT_6_TEXT"/>
          <p:cNvSpPr txBox="1"/>
          <p:nvPr/>
        </p:nvSpPr>
        <p:spPr>
          <a:xfrm>
            <a:off x="6291072" y="8028431"/>
            <a:ext cx="99669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10" b="0">
                <a:solidFill>
                  <a:srgbClr val="444444"/>
                </a:solidFill>
                <a:latin typeface="Montserrat"/>
              </a:rPr>
              <a:t>Diventi più sicuro di te stesso.</a:t>
            </a:r>
          </a:p>
        </p:txBody>
      </p:sp>
      <p:sp>
        <p:nvSpPr>
          <p:cNvPr id="59" name="CTA_BRUSH_BASE"/>
          <p:cNvSpPr/>
          <p:nvPr/>
        </p:nvSpPr>
        <p:spPr>
          <a:xfrm>
            <a:off x="0" y="9400032"/>
            <a:ext cx="3383280" cy="12893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CTA_BRUSH_RAGGED_1"/>
          <p:cNvSpPr/>
          <p:nvPr/>
        </p:nvSpPr>
        <p:spPr>
          <a:xfrm>
            <a:off x="3127248" y="9372600"/>
            <a:ext cx="384048" cy="1152144"/>
          </a:xfrm>
          <a:prstGeom prst="parallelogram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CTA_BRUSH_RAGGED_2"/>
          <p:cNvSpPr/>
          <p:nvPr/>
        </p:nvSpPr>
        <p:spPr>
          <a:xfrm>
            <a:off x="3218688" y="9409176"/>
            <a:ext cx="384048" cy="1042416"/>
          </a:xfrm>
          <a:prstGeom prst="parallelogram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TA_BRUSH_RAGGED_3"/>
          <p:cNvSpPr/>
          <p:nvPr/>
        </p:nvSpPr>
        <p:spPr>
          <a:xfrm>
            <a:off x="3291840" y="9445752"/>
            <a:ext cx="384048" cy="932688"/>
          </a:xfrm>
          <a:prstGeom prst="parallelogram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CTA_BRUSH_RAGGED_4"/>
          <p:cNvSpPr/>
          <p:nvPr/>
        </p:nvSpPr>
        <p:spPr>
          <a:xfrm>
            <a:off x="3346704" y="9482328"/>
            <a:ext cx="384048" cy="822960"/>
          </a:xfrm>
          <a:prstGeom prst="parallelogram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CTA_BRUSH_STROKE_1"/>
          <p:cNvSpPr/>
          <p:nvPr/>
        </p:nvSpPr>
        <p:spPr>
          <a:xfrm>
            <a:off x="0" y="9345168"/>
            <a:ext cx="3182112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CTA_BRUSH_STROKE_2"/>
          <p:cNvSpPr/>
          <p:nvPr/>
        </p:nvSpPr>
        <p:spPr>
          <a:xfrm>
            <a:off x="0" y="9491472"/>
            <a:ext cx="3017520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CTA_BRUSH_STROKE_3"/>
          <p:cNvSpPr/>
          <p:nvPr/>
        </p:nvSpPr>
        <p:spPr>
          <a:xfrm>
            <a:off x="0" y="9637776"/>
            <a:ext cx="2852928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CTA_BRUSH_STROKE_4"/>
          <p:cNvSpPr/>
          <p:nvPr/>
        </p:nvSpPr>
        <p:spPr>
          <a:xfrm>
            <a:off x="0" y="9784080"/>
            <a:ext cx="2688336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CTA_BRUSH_STROKE_5"/>
          <p:cNvSpPr/>
          <p:nvPr/>
        </p:nvSpPr>
        <p:spPr>
          <a:xfrm>
            <a:off x="0" y="9930384"/>
            <a:ext cx="2523744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CTA_BRUSH_STROKE_6"/>
          <p:cNvSpPr/>
          <p:nvPr/>
        </p:nvSpPr>
        <p:spPr>
          <a:xfrm>
            <a:off x="0" y="10076688"/>
            <a:ext cx="2359152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CTA_BRUSH_STROKE_7"/>
          <p:cNvSpPr/>
          <p:nvPr/>
        </p:nvSpPr>
        <p:spPr>
          <a:xfrm>
            <a:off x="0" y="10222992"/>
            <a:ext cx="2194560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CTA_BRUSH_STROKE_8"/>
          <p:cNvSpPr/>
          <p:nvPr/>
        </p:nvSpPr>
        <p:spPr>
          <a:xfrm>
            <a:off x="0" y="10369296"/>
            <a:ext cx="2029967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CTA_BRUSH_STROKE_9"/>
          <p:cNvSpPr/>
          <p:nvPr/>
        </p:nvSpPr>
        <p:spPr>
          <a:xfrm>
            <a:off x="0" y="10515600"/>
            <a:ext cx="1865376" cy="32004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_CTA_MAIN"/>
          <p:cNvSpPr txBox="1"/>
          <p:nvPr/>
        </p:nvSpPr>
        <p:spPr>
          <a:xfrm>
            <a:off x="256032" y="9528048"/>
            <a:ext cx="269748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B7FF00"/>
                </a:solidFill>
                <a:latin typeface="Anton"/>
              </a:rPr>
              <a:t>PROVA GRATUITA -</a:t>
            </a:r>
          </a:p>
        </p:txBody>
      </p:sp>
      <p:sp>
        <p:nvSpPr>
          <p:cNvPr id="74" name="TEXT_CTA_SUB"/>
          <p:cNvSpPr txBox="1"/>
          <p:nvPr/>
        </p:nvSpPr>
        <p:spPr>
          <a:xfrm>
            <a:off x="256032" y="9829800"/>
            <a:ext cx="278892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nton"/>
              </a:rPr>
              <a:t>LA PRIMA LEZIONE TI ASPETTIAMO!</a:t>
            </a:r>
          </a:p>
        </p:txBody>
      </p:sp>
      <p:sp>
        <p:nvSpPr>
          <p:cNvPr id="75" name="CTA_GREEN_ARROW"/>
          <p:cNvSpPr/>
          <p:nvPr/>
        </p:nvSpPr>
        <p:spPr>
          <a:xfrm>
            <a:off x="2798064" y="9500616"/>
            <a:ext cx="685800" cy="859536"/>
          </a:xfrm>
          <a:prstGeom prst="rightArrow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ICON_ADDRESS"/>
          <p:cNvSpPr/>
          <p:nvPr/>
        </p:nvSpPr>
        <p:spPr>
          <a:xfrm>
            <a:off x="3730752" y="9482328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Isosceles Triangle 76"/>
          <p:cNvSpPr/>
          <p:nvPr/>
        </p:nvSpPr>
        <p:spPr>
          <a:xfrm>
            <a:off x="3771900" y="9592055"/>
            <a:ext cx="82296" cy="118872"/>
          </a:xfrm>
          <a:prstGeom prst="triangle">
            <a:avLst/>
          </a:prstGeom>
          <a:solidFill>
            <a:srgbClr val="8ED600"/>
          </a:solidFill>
          <a:ln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_ADDRESS"/>
          <p:cNvSpPr txBox="1"/>
          <p:nvPr/>
        </p:nvSpPr>
        <p:spPr>
          <a:xfrm>
            <a:off x="4032504" y="9473184"/>
            <a:ext cx="1783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050505"/>
                </a:solidFill>
                <a:latin typeface="Montserrat"/>
              </a:rPr>
              <a:t>Via Corfù 71</a:t>
            </a:r>
          </a:p>
        </p:txBody>
      </p:sp>
      <p:sp>
        <p:nvSpPr>
          <p:cNvPr id="79" name="ICON_PHONE"/>
          <p:cNvSpPr/>
          <p:nvPr/>
        </p:nvSpPr>
        <p:spPr>
          <a:xfrm>
            <a:off x="3730752" y="9857232"/>
            <a:ext cx="155448" cy="219456"/>
          </a:xfrm>
          <a:prstGeom prst="roundRect">
            <a:avLst/>
          </a:prstGeom>
          <a:solidFill>
            <a:srgbClr val="8ED600"/>
          </a:solidFill>
          <a:ln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_PHONE"/>
          <p:cNvSpPr txBox="1"/>
          <p:nvPr/>
        </p:nvSpPr>
        <p:spPr>
          <a:xfrm>
            <a:off x="4032504" y="9848088"/>
            <a:ext cx="17830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050505"/>
                </a:solidFill>
                <a:latin typeface="Montserrat"/>
              </a:rPr>
              <a:t>3518899843</a:t>
            </a:r>
          </a:p>
        </p:txBody>
      </p:sp>
      <p:sp>
        <p:nvSpPr>
          <p:cNvPr id="81" name="ICON_INSTAGRAM"/>
          <p:cNvSpPr/>
          <p:nvPr/>
        </p:nvSpPr>
        <p:spPr>
          <a:xfrm>
            <a:off x="3730752" y="10222992"/>
            <a:ext cx="182880" cy="182880"/>
          </a:xfrm>
          <a:prstGeom prst="ellipse">
            <a:avLst/>
          </a:prstGeom>
          <a:noFill/>
          <a:ln w="22860">
            <a:solidFill>
              <a:srgbClr val="8ED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_INSTAGRAM"/>
          <p:cNvSpPr txBox="1"/>
          <p:nvPr/>
        </p:nvSpPr>
        <p:spPr>
          <a:xfrm>
            <a:off x="4032504" y="10213848"/>
            <a:ext cx="187451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>
                <a:solidFill>
                  <a:srgbClr val="050505"/>
                </a:solidFill>
                <a:latin typeface="Montserrat"/>
              </a:rPr>
              <a:t>@virtus_group_</a:t>
            </a:r>
          </a:p>
        </p:txBody>
      </p:sp>
      <p:pic>
        <p:nvPicPr>
          <p:cNvPr id="97" name="PICTURE_LOGO_BOTTOM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9390888"/>
            <a:ext cx="566928" cy="566928"/>
          </a:xfrm>
          <a:prstGeom prst="rect">
            <a:avLst/>
          </a:prstGeom>
        </p:spPr>
      </p:pic>
      <p:sp>
        <p:nvSpPr>
          <p:cNvPr id="84" name="LOGO_BOTTOM_editable_mark_1"/>
          <p:cNvSpPr/>
          <p:nvPr/>
        </p:nvSpPr>
        <p:spPr>
          <a:xfrm rot="20280000">
            <a:off x="5938479" y="9436242"/>
            <a:ext cx="113385" cy="408188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LOGO_BOTTOM_editable_mark_2"/>
          <p:cNvSpPr/>
          <p:nvPr/>
        </p:nvSpPr>
        <p:spPr>
          <a:xfrm rot="1320000">
            <a:off x="6085880" y="9436242"/>
            <a:ext cx="90708" cy="408188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LOGO_BOTTOM_editable_mark_3"/>
          <p:cNvSpPr/>
          <p:nvPr/>
        </p:nvSpPr>
        <p:spPr>
          <a:xfrm rot="1320000">
            <a:off x="6199266" y="9436242"/>
            <a:ext cx="79369" cy="311810"/>
          </a:xfrm>
          <a:prstGeom prst="parallelogram">
            <a:avLst/>
          </a:prstGeom>
          <a:solidFill>
            <a:srgbClr val="B7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BRAND_BOTTOM_NAME"/>
          <p:cNvSpPr txBox="1"/>
          <p:nvPr/>
        </p:nvSpPr>
        <p:spPr>
          <a:xfrm>
            <a:off x="6437376" y="9482328"/>
            <a:ext cx="86868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50505"/>
                </a:solidFill>
                <a:latin typeface="Montserrat"/>
              </a:rPr>
              <a:t>VIRTUS</a:t>
            </a:r>
          </a:p>
        </p:txBody>
      </p:sp>
      <p:sp>
        <p:nvSpPr>
          <p:cNvPr id="88" name="BRAND_BOTTOM_SUB"/>
          <p:cNvSpPr txBox="1"/>
          <p:nvPr/>
        </p:nvSpPr>
        <p:spPr>
          <a:xfrm>
            <a:off x="6446520" y="9692640"/>
            <a:ext cx="91440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580" b="1">
                <a:solidFill>
                  <a:srgbClr val="050505"/>
                </a:solidFill>
                <a:latin typeface="Montserrat"/>
              </a:rPr>
              <a:t>COMBAT ACADEMY</a:t>
            </a:r>
          </a:p>
        </p:txBody>
      </p:sp>
      <p:sp>
        <p:nvSpPr>
          <p:cNvPr id="89" name="SOCIAL_INSTAGRAM_ICON"/>
          <p:cNvSpPr/>
          <p:nvPr/>
        </p:nvSpPr>
        <p:spPr>
          <a:xfrm>
            <a:off x="6345936" y="10131552"/>
            <a:ext cx="237744" cy="237744"/>
          </a:xfrm>
          <a:prstGeom prst="roundRect">
            <a:avLst/>
          </a:prstGeom>
          <a:noFill/>
          <a:ln w="1778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SOCIAL_FACEBOOK_ICON"/>
          <p:cNvSpPr/>
          <p:nvPr/>
        </p:nvSpPr>
        <p:spPr>
          <a:xfrm>
            <a:off x="6967728" y="10131552"/>
            <a:ext cx="256032" cy="256032"/>
          </a:xfrm>
          <a:prstGeom prst="ellipse">
            <a:avLst/>
          </a:prstGeom>
          <a:noFill/>
          <a:ln w="17780">
            <a:solidFill>
              <a:srgbClr val="0505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SOCIAL_FACEBOOK_F"/>
          <p:cNvSpPr txBox="1"/>
          <p:nvPr/>
        </p:nvSpPr>
        <p:spPr>
          <a:xfrm>
            <a:off x="7031736" y="10154412"/>
            <a:ext cx="11887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050505"/>
                </a:solidFill>
                <a:latin typeface="Montserrat"/>
              </a:rPr>
              <a:t>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DC78AEB5-88E2-635E-79C4-287F4DB406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752" b="55101"/>
          <a:stretch>
            <a:fillRect/>
          </a:stretch>
        </p:blipFill>
        <p:spPr>
          <a:xfrm>
            <a:off x="1465384" y="1498173"/>
            <a:ext cx="4632081" cy="45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23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73959-361E-E55B-6667-03FA3C337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E0C56A90-609F-DAB7-C74C-1BE0F8B3E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2419"/>
            <a:ext cx="7562850" cy="1008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686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</Words>
  <Application>Microsoft Office PowerPoint</Application>
  <PresentationFormat>Personalizzato</PresentationFormat>
  <Paragraphs>26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8" baseType="lpstr">
      <vt:lpstr>Anton</vt:lpstr>
      <vt:lpstr>Arial</vt:lpstr>
      <vt:lpstr>Calibri</vt:lpstr>
      <vt:lpstr>Montserrat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francesco reiti</cp:lastModifiedBy>
  <cp:revision>1</cp:revision>
  <dcterms:created xsi:type="dcterms:W3CDTF">2013-01-27T09:14:16Z</dcterms:created>
  <dcterms:modified xsi:type="dcterms:W3CDTF">2026-05-16T12:39:59Z</dcterms:modified>
  <cp:category/>
</cp:coreProperties>
</file>