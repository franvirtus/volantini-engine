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11880"/>
            <a:ext cx="7562088" cy="146304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0"/>
            <a:ext cx="7562088" cy="2642616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RAND_TEXT"/>
          <p:cNvSpPr txBox="1"/>
          <p:nvPr/>
        </p:nvSpPr>
        <p:spPr>
          <a:xfrm>
            <a:off x="411480" y="329184"/>
            <a:ext cx="2194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VIRTUS COMBAT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786384" cy="73152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_TITLE"/>
          <p:cNvSpPr txBox="1"/>
          <p:nvPr/>
        </p:nvSpPr>
        <p:spPr>
          <a:xfrm>
            <a:off x="393192" y="896112"/>
            <a:ext cx="278892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74AA00"/>
                </a:solidFill>
                <a:latin typeface="Anton"/>
              </a:rPr>
              <a:t>LOTTA</a:t>
            </a:r>
          </a:p>
        </p:txBody>
      </p:sp>
      <p:sp>
        <p:nvSpPr>
          <p:cNvPr id="7" name="TEXT_SUBTITLE"/>
          <p:cNvSpPr txBox="1"/>
          <p:nvPr/>
        </p:nvSpPr>
        <p:spPr>
          <a:xfrm>
            <a:off x="393192" y="1572768"/>
            <a:ext cx="315468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0C0D0C"/>
                </a:solidFill>
                <a:latin typeface="Anton"/>
              </a:rPr>
              <a:t>PUGILATO</a:t>
            </a:r>
          </a:p>
        </p:txBody>
      </p:sp>
      <p:sp>
        <p:nvSpPr>
          <p:cNvPr id="8" name="TEXT_AGE"/>
          <p:cNvSpPr txBox="1"/>
          <p:nvPr/>
        </p:nvSpPr>
        <p:spPr>
          <a:xfrm>
            <a:off x="429768" y="2487168"/>
            <a:ext cx="2971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0C0D0C"/>
                </a:solidFill>
                <a:latin typeface="Montserrat"/>
              </a:rPr>
              <a:t>DAI 10 AI 14 ANNI</a:t>
            </a:r>
            <a:r>
              <a:rPr sz="2100" b="1">
                <a:solidFill>
                  <a:srgbClr val="74AA00"/>
                </a:solidFill>
                <a:latin typeface="Montserrat"/>
              </a:rPr>
              <a:t/>
            </a:r>
            <a:r>
              <a:rPr sz="2100" b="1">
                <a:solidFill>
                  <a:srgbClr val="0C0D0C"/>
                </a:solidFill>
                <a:latin typeface="Montserrat"/>
              </a:rPr>
              <a:t/>
            </a:r>
            <a:r>
              <a:rPr sz="2100" b="1">
                <a:solidFill>
                  <a:srgbClr val="74AA00"/>
                </a:solidFill>
                <a:latin typeface="Montserrat"/>
              </a:rPr>
              <a:t/>
            </a:r>
            <a:r>
              <a:rPr sz="2100" b="1">
                <a:solidFill>
                  <a:srgbClr val="0C0D0C"/>
                </a:solidFill>
                <a:latin typeface="Montserrat"/>
              </a:rPr>
              <a:t/>
            </a:r>
          </a:p>
        </p:txBody>
      </p:sp>
      <p:sp>
        <p:nvSpPr>
          <p:cNvPr id="9" name="TEXT_CLAIM"/>
          <p:cNvSpPr txBox="1"/>
          <p:nvPr/>
        </p:nvSpPr>
        <p:spPr>
          <a:xfrm>
            <a:off x="438912" y="2871216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62A26"/>
                </a:solidFill>
                <a:latin typeface="Montserrat"/>
              </a:rPr>
              <a:t>ENERGIA, AMICIZIA, DISCIPLINA E SICUREZZA.</a:t>
            </a:r>
          </a:p>
        </p:txBody>
      </p:sp>
      <p:pic>
        <p:nvPicPr>
          <p:cNvPr id="54" name="PICTURE_HERO" descr="lotta_pugilato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56032"/>
            <a:ext cx="3913632" cy="3127248"/>
          </a:xfrm>
          <a:prstGeom prst="rect">
            <a:avLst/>
          </a:prstGeom>
        </p:spPr>
      </p:pic>
      <p:sp>
        <p:nvSpPr>
          <p:cNvPr id="11" name="Parallelogram 10"/>
          <p:cNvSpPr/>
          <p:nvPr/>
        </p:nvSpPr>
        <p:spPr>
          <a:xfrm>
            <a:off x="2999232" y="256032"/>
            <a:ext cx="310896" cy="312724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_GALLERY_1" descr="lotta_pugilato_dr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794760"/>
            <a:ext cx="2029968" cy="1033271"/>
          </a:xfrm>
          <a:prstGeom prst="rect">
            <a:avLst/>
          </a:prstGeom>
        </p:spPr>
      </p:pic>
      <p:pic>
        <p:nvPicPr>
          <p:cNvPr id="56" name="PICTURE_GALLERY_2" descr="lotta_pugilato_lott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3794760"/>
            <a:ext cx="2029968" cy="1033271"/>
          </a:xfrm>
          <a:prstGeom prst="rect">
            <a:avLst/>
          </a:prstGeom>
        </p:spPr>
      </p:pic>
      <p:pic>
        <p:nvPicPr>
          <p:cNvPr id="57" name="PICTURE_GALLERY_3" descr="lotta_pugilato_sacc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3794760"/>
            <a:ext cx="2029968" cy="1033271"/>
          </a:xfrm>
          <a:prstGeom prst="rect">
            <a:avLst/>
          </a:prstGeom>
        </p:spPr>
      </p:pic>
      <p:sp>
        <p:nvSpPr>
          <p:cNvPr id="15" name="Parallelogram 14"/>
          <p:cNvSpPr/>
          <p:nvPr/>
        </p:nvSpPr>
        <p:spPr>
          <a:xfrm>
            <a:off x="2523744" y="3776472"/>
            <a:ext cx="201168" cy="106984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846320" y="3776472"/>
            <a:ext cx="201168" cy="106984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21808"/>
            <a:ext cx="6199632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0C0D0C"/>
                </a:solidFill>
                <a:latin typeface="Anton"/>
              </a:rPr>
              <a:t>COSA TI PORTERAI DENTRO</a:t>
            </a:r>
          </a:p>
        </p:txBody>
      </p:sp>
      <p:sp>
        <p:nvSpPr>
          <p:cNvPr id="18" name="Oval 17"/>
          <p:cNvSpPr/>
          <p:nvPr/>
        </p:nvSpPr>
        <p:spPr>
          <a:xfrm>
            <a:off x="726948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964" y="6035040"/>
            <a:ext cx="73152" cy="73152"/>
          </a:xfrm>
          <a:prstGeom prst="ellipse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DISCIPLINA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Impari il valore dell'impegno e della costanza.</a:t>
            </a:r>
          </a:p>
        </p:txBody>
      </p:sp>
      <p:sp>
        <p:nvSpPr>
          <p:cNvPr id="22" name="Oval 21"/>
          <p:cNvSpPr/>
          <p:nvPr/>
        </p:nvSpPr>
        <p:spPr>
          <a:xfrm>
            <a:off x="1888236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entagon 22"/>
          <p:cNvSpPr/>
          <p:nvPr/>
        </p:nvSpPr>
        <p:spPr>
          <a:xfrm>
            <a:off x="1961388" y="5989320"/>
            <a:ext cx="182880" cy="182880"/>
          </a:xfrm>
          <a:prstGeom prst="homePlate">
            <a:avLst/>
          </a:prstGeom>
          <a:noFill/>
          <a:ln w="1270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72184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SICUREZZA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Aumenti la sicurezza in te stesso.</a:t>
            </a:r>
          </a:p>
        </p:txBody>
      </p:sp>
      <p:sp>
        <p:nvSpPr>
          <p:cNvPr id="26" name="Oval 25"/>
          <p:cNvSpPr/>
          <p:nvPr/>
        </p:nvSpPr>
        <p:spPr>
          <a:xfrm>
            <a:off x="3049523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4387" y="6053328"/>
            <a:ext cx="219456" cy="36576"/>
          </a:xfrm>
          <a:prstGeom prst="rect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FORZA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Sviluppi forza fisica e controllo.</a:t>
            </a:r>
          </a:p>
        </p:txBody>
      </p:sp>
      <p:sp>
        <p:nvSpPr>
          <p:cNvPr id="30" name="Oval 29"/>
          <p:cNvSpPr/>
          <p:nvPr/>
        </p:nvSpPr>
        <p:spPr>
          <a:xfrm>
            <a:off x="4210812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ightning Bolt 30"/>
          <p:cNvSpPr/>
          <p:nvPr/>
        </p:nvSpPr>
        <p:spPr>
          <a:xfrm>
            <a:off x="4302252" y="5971032"/>
            <a:ext cx="146304" cy="201168"/>
          </a:xfrm>
          <a:prstGeom prst="lightningBolt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RESISTENZA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9624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Migliori fiato ed energia.</a:t>
            </a:r>
          </a:p>
        </p:txBody>
      </p:sp>
      <p:sp>
        <p:nvSpPr>
          <p:cNvPr id="34" name="Oval 33"/>
          <p:cNvSpPr/>
          <p:nvPr/>
        </p:nvSpPr>
        <p:spPr>
          <a:xfrm>
            <a:off x="5372100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00116" y="6035040"/>
            <a:ext cx="73152" cy="73152"/>
          </a:xfrm>
          <a:prstGeom prst="ellipse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FOCUS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Alleni concentrazione e mentalita.</a:t>
            </a:r>
          </a:p>
        </p:txBody>
      </p:sp>
      <p:sp>
        <p:nvSpPr>
          <p:cNvPr id="38" name="Oval 37"/>
          <p:cNvSpPr/>
          <p:nvPr/>
        </p:nvSpPr>
        <p:spPr>
          <a:xfrm>
            <a:off x="6533388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5-Point Star 38"/>
          <p:cNvSpPr/>
          <p:nvPr/>
        </p:nvSpPr>
        <p:spPr>
          <a:xfrm>
            <a:off x="6615683" y="5980176"/>
            <a:ext cx="164592" cy="164592"/>
          </a:xfrm>
          <a:prstGeom prst="star5">
            <a:avLst/>
          </a:prstGeom>
          <a:noFill/>
          <a:ln w="1270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17336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AUTOSTIMA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Cresci e scopri il meglio di te.</a:t>
            </a:r>
          </a:p>
        </p:txBody>
      </p:sp>
      <p:sp>
        <p:nvSpPr>
          <p:cNvPr id="42" name="Parallelogram 41"/>
          <p:cNvSpPr/>
          <p:nvPr/>
        </p:nvSpPr>
        <p:spPr>
          <a:xfrm>
            <a:off x="393192" y="8138160"/>
            <a:ext cx="3310128" cy="658368"/>
          </a:xfrm>
          <a:prstGeom prst="parallelogram">
            <a:avLst/>
          </a:prstGeom>
          <a:solidFill>
            <a:srgbClr val="0C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8229600"/>
            <a:ext cx="2907792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nton"/>
              </a:rPr>
              <a:t>PROVA GRATUITA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" y="8933688"/>
            <a:ext cx="29718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C0D0C"/>
                </a:solidFill>
                <a:latin typeface="Montserrat"/>
              </a:rPr>
              <a:t>LA PRIMA LEZIONE TI ASPETTIAMO!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822191" y="8266175"/>
            <a:ext cx="1261872" cy="603504"/>
          </a:xfrm>
          <a:prstGeom prst="rightArrow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83480" y="8339327"/>
            <a:ext cx="128016" cy="128016"/>
          </a:xfrm>
          <a:prstGeom prst="ellipse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8302752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Via Corfu 71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8705088"/>
            <a:ext cx="146304" cy="219456"/>
          </a:xfrm>
          <a:prstGeom prst="roundRect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868680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351 8899843</a:t>
            </a:r>
          </a:p>
        </p:txBody>
      </p:sp>
      <p:sp>
        <p:nvSpPr>
          <p:cNvPr id="50" name="Oval 49"/>
          <p:cNvSpPr/>
          <p:nvPr/>
        </p:nvSpPr>
        <p:spPr>
          <a:xfrm>
            <a:off x="4983480" y="9070848"/>
            <a:ext cx="164592" cy="164592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905256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@virtus_group_</a:t>
            </a:r>
          </a:p>
        </p:txBody>
      </p:sp>
      <p:pic>
        <p:nvPicPr>
          <p:cNvPr id="58" name="PICTURE_LOGO" descr="logo_virtus_combat_academ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8375904"/>
            <a:ext cx="658368" cy="6583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705856" y="9162288"/>
            <a:ext cx="1417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60" b="1">
                <a:solidFill>
                  <a:srgbClr val="0C0D0C"/>
                </a:solidFill>
                <a:latin typeface="Montserrat"/>
              </a:rPr>
              <a:t>VIRTUS
COMBAT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