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11880"/>
            <a:ext cx="7562088" cy="1463040"/>
          </a:xfrm>
          <a:prstGeom prst="rect">
            <a:avLst/>
          </a:prstGeom>
          <a:solidFill>
            <a:srgbClr val="F2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046720"/>
            <a:ext cx="7562088" cy="2642616"/>
          </a:xfrm>
          <a:prstGeom prst="rect">
            <a:avLst/>
          </a:prstGeom>
          <a:solidFill>
            <a:srgbClr val="F8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RAND_TEXT"/>
          <p:cNvSpPr txBox="1"/>
          <p:nvPr/>
        </p:nvSpPr>
        <p:spPr>
          <a:xfrm>
            <a:off x="411480" y="329184"/>
            <a:ext cx="21945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C0D0C"/>
                </a:solidFill>
                <a:latin typeface="Montserrat"/>
              </a:rPr>
              <a:t>VIRTUS COMBAT ACADEMY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8368"/>
            <a:ext cx="786384" cy="73152"/>
          </a:xfrm>
          <a:prstGeom prst="rect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_TITLE"/>
          <p:cNvSpPr txBox="1"/>
          <p:nvPr/>
        </p:nvSpPr>
        <p:spPr>
          <a:xfrm>
            <a:off x="393192" y="896112"/>
            <a:ext cx="2788920" cy="8412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74AA00"/>
                </a:solidFill>
                <a:latin typeface="Anton"/>
              </a:rPr>
              <a:t>{{TITLE}}</a:t>
            </a:r>
          </a:p>
        </p:txBody>
      </p:sp>
      <p:sp>
        <p:nvSpPr>
          <p:cNvPr id="7" name="TEXT_SUBTITLE"/>
          <p:cNvSpPr txBox="1"/>
          <p:nvPr/>
        </p:nvSpPr>
        <p:spPr>
          <a:xfrm>
            <a:off x="393192" y="1572768"/>
            <a:ext cx="315468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0C0D0C"/>
                </a:solidFill>
                <a:latin typeface="Anton"/>
              </a:rPr>
              <a:t>{{SUBTITLE}}</a:t>
            </a:r>
          </a:p>
        </p:txBody>
      </p:sp>
      <p:sp>
        <p:nvSpPr>
          <p:cNvPr id="8" name="TEXT_AGE"/>
          <p:cNvSpPr txBox="1"/>
          <p:nvPr/>
        </p:nvSpPr>
        <p:spPr>
          <a:xfrm>
            <a:off x="429768" y="2487168"/>
            <a:ext cx="2971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0C0D0C"/>
                </a:solidFill>
                <a:latin typeface="Montserrat"/>
              </a:rPr>
              <a:t>DAI </a:t>
            </a:r>
            <a:r>
              <a:rPr sz="2100" b="1">
                <a:solidFill>
                  <a:srgbClr val="74AA00"/>
                </a:solidFill>
                <a:latin typeface="Montserrat"/>
              </a:rPr>
              <a:t>{{AGE_FROM}}</a:t>
            </a:r>
            <a:r>
              <a:rPr sz="2100" b="1">
                <a:solidFill>
                  <a:srgbClr val="0C0D0C"/>
                </a:solidFill>
                <a:latin typeface="Montserrat"/>
              </a:rPr>
              <a:t> AI </a:t>
            </a:r>
            <a:r>
              <a:rPr sz="2100" b="1">
                <a:solidFill>
                  <a:srgbClr val="74AA00"/>
                </a:solidFill>
                <a:latin typeface="Montserrat"/>
              </a:rPr>
              <a:t>{{AGE_TO}}</a:t>
            </a:r>
            <a:r>
              <a:rPr sz="2100" b="1">
                <a:solidFill>
                  <a:srgbClr val="0C0D0C"/>
                </a:solidFill>
                <a:latin typeface="Montserrat"/>
              </a:rPr>
              <a:t> ANNI</a:t>
            </a:r>
          </a:p>
        </p:txBody>
      </p:sp>
      <p:sp>
        <p:nvSpPr>
          <p:cNvPr id="9" name="TEXT_CLAIM"/>
          <p:cNvSpPr txBox="1"/>
          <p:nvPr/>
        </p:nvSpPr>
        <p:spPr>
          <a:xfrm>
            <a:off x="438912" y="2871216"/>
            <a:ext cx="260604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62A26"/>
                </a:solidFill>
                <a:latin typeface="Montserrat"/>
              </a:rPr>
              <a:t>{{CLAIM}}</a:t>
            </a:r>
          </a:p>
        </p:txBody>
      </p:sp>
      <p:sp>
        <p:nvSpPr>
          <p:cNvPr id="10" name="IMAGE_HERO"/>
          <p:cNvSpPr/>
          <p:nvPr/>
        </p:nvSpPr>
        <p:spPr>
          <a:xfrm>
            <a:off x="3246120" y="256032"/>
            <a:ext cx="3913632" cy="3127248"/>
          </a:xfrm>
          <a:prstGeom prst="rect">
            <a:avLst/>
          </a:prstGeom>
          <a:solidFill>
            <a:srgbClr val="F2F4F0"/>
          </a:solidFill>
          <a:ln w="12700">
            <a:solidFill>
              <a:srgbClr val="D7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rallelogram 10"/>
          <p:cNvSpPr/>
          <p:nvPr/>
        </p:nvSpPr>
        <p:spPr>
          <a:xfrm>
            <a:off x="2999232" y="256032"/>
            <a:ext cx="310896" cy="3127248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MAGE_GALLERY_1"/>
          <p:cNvSpPr/>
          <p:nvPr/>
        </p:nvSpPr>
        <p:spPr>
          <a:xfrm>
            <a:off x="438912" y="3794760"/>
            <a:ext cx="2029968" cy="1033271"/>
          </a:xfrm>
          <a:prstGeom prst="rect">
            <a:avLst/>
          </a:prstGeom>
          <a:solidFill>
            <a:srgbClr val="F2F4F0"/>
          </a:solidFill>
          <a:ln w="12700">
            <a:solidFill>
              <a:srgbClr val="D7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MAGE_GALLERY_2"/>
          <p:cNvSpPr/>
          <p:nvPr/>
        </p:nvSpPr>
        <p:spPr>
          <a:xfrm>
            <a:off x="2761488" y="3794760"/>
            <a:ext cx="2029968" cy="1033271"/>
          </a:xfrm>
          <a:prstGeom prst="rect">
            <a:avLst/>
          </a:prstGeom>
          <a:solidFill>
            <a:srgbClr val="F2F4F0"/>
          </a:solidFill>
          <a:ln w="12700">
            <a:solidFill>
              <a:srgbClr val="D7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MAGE_GALLERY_3"/>
          <p:cNvSpPr/>
          <p:nvPr/>
        </p:nvSpPr>
        <p:spPr>
          <a:xfrm>
            <a:off x="5084064" y="3794760"/>
            <a:ext cx="2029968" cy="1033271"/>
          </a:xfrm>
          <a:prstGeom prst="rect">
            <a:avLst/>
          </a:prstGeom>
          <a:solidFill>
            <a:srgbClr val="F2F4F0"/>
          </a:solidFill>
          <a:ln w="12700">
            <a:solidFill>
              <a:srgbClr val="D7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rallelogram 14"/>
          <p:cNvSpPr/>
          <p:nvPr/>
        </p:nvSpPr>
        <p:spPr>
          <a:xfrm>
            <a:off x="2523744" y="3776472"/>
            <a:ext cx="201168" cy="1069848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rallelogram 15"/>
          <p:cNvSpPr/>
          <p:nvPr/>
        </p:nvSpPr>
        <p:spPr>
          <a:xfrm>
            <a:off x="4846320" y="3776472"/>
            <a:ext cx="201168" cy="1069848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321808"/>
            <a:ext cx="6199632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700" b="1">
                <a:solidFill>
                  <a:srgbClr val="0C0D0C"/>
                </a:solidFill>
                <a:latin typeface="Anton"/>
              </a:rPr>
              <a:t>COSA TI PORTERAI DENTRO</a:t>
            </a:r>
          </a:p>
        </p:txBody>
      </p:sp>
      <p:sp>
        <p:nvSpPr>
          <p:cNvPr id="18" name="Oval 17"/>
          <p:cNvSpPr/>
          <p:nvPr/>
        </p:nvSpPr>
        <p:spPr>
          <a:xfrm>
            <a:off x="726948" y="5907024"/>
            <a:ext cx="329184" cy="329184"/>
          </a:xfrm>
          <a:prstGeom prst="ellipse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4964" y="6035040"/>
            <a:ext cx="73152" cy="73152"/>
          </a:xfrm>
          <a:prstGeom prst="ellipse">
            <a:avLst/>
          </a:prstGeom>
          <a:solidFill>
            <a:srgbClr val="B7FF00"/>
          </a:solidFill>
          <a:ln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6318504"/>
            <a:ext cx="11612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80" b="1">
                <a:solidFill>
                  <a:srgbClr val="0C0D0C"/>
                </a:solidFill>
                <a:latin typeface="Montserrat"/>
              </a:rPr>
              <a:t>{{BENEFIT_1_TITLE}}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74536"/>
            <a:ext cx="105156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70" b="0">
                <a:solidFill>
                  <a:srgbClr val="626962"/>
                </a:solidFill>
                <a:latin typeface="Montserrat"/>
              </a:rPr>
              <a:t>{{BENEFIT_1_TEXT}}</a:t>
            </a:r>
          </a:p>
        </p:txBody>
      </p:sp>
      <p:sp>
        <p:nvSpPr>
          <p:cNvPr id="22" name="Oval 21"/>
          <p:cNvSpPr/>
          <p:nvPr/>
        </p:nvSpPr>
        <p:spPr>
          <a:xfrm>
            <a:off x="1888236" y="5907024"/>
            <a:ext cx="329184" cy="329184"/>
          </a:xfrm>
          <a:prstGeom prst="ellipse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entagon 22"/>
          <p:cNvSpPr/>
          <p:nvPr/>
        </p:nvSpPr>
        <p:spPr>
          <a:xfrm>
            <a:off x="1961388" y="5989320"/>
            <a:ext cx="182880" cy="182880"/>
          </a:xfrm>
          <a:prstGeom prst="homePlate">
            <a:avLst/>
          </a:prstGeom>
          <a:noFill/>
          <a:ln w="1270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72184" y="6318504"/>
            <a:ext cx="11612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80" b="1">
                <a:solidFill>
                  <a:srgbClr val="0C0D0C"/>
                </a:solidFill>
                <a:latin typeface="Montserrat"/>
              </a:rPr>
              <a:t>{{BENEFIT_2_TITLE}}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6574536"/>
            <a:ext cx="105156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70" b="0">
                <a:solidFill>
                  <a:srgbClr val="626962"/>
                </a:solidFill>
                <a:latin typeface="Montserrat"/>
              </a:rPr>
              <a:t>{{BENEFIT_2_TEXT}}</a:t>
            </a:r>
          </a:p>
        </p:txBody>
      </p:sp>
      <p:sp>
        <p:nvSpPr>
          <p:cNvPr id="26" name="Oval 25"/>
          <p:cNvSpPr/>
          <p:nvPr/>
        </p:nvSpPr>
        <p:spPr>
          <a:xfrm>
            <a:off x="3049523" y="5907024"/>
            <a:ext cx="329184" cy="329184"/>
          </a:xfrm>
          <a:prstGeom prst="ellipse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04387" y="6053328"/>
            <a:ext cx="219456" cy="36576"/>
          </a:xfrm>
          <a:prstGeom prst="rect">
            <a:avLst/>
          </a:prstGeom>
          <a:solidFill>
            <a:srgbClr val="B7FF00"/>
          </a:solidFill>
          <a:ln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33472" y="6318504"/>
            <a:ext cx="11612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80" b="1">
                <a:solidFill>
                  <a:srgbClr val="0C0D0C"/>
                </a:solidFill>
                <a:latin typeface="Montserrat"/>
              </a:rPr>
              <a:t>{{BENEFIT_3_TITLE}}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6574536"/>
            <a:ext cx="105156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70" b="0">
                <a:solidFill>
                  <a:srgbClr val="626962"/>
                </a:solidFill>
                <a:latin typeface="Montserrat"/>
              </a:rPr>
              <a:t>{{BENEFIT_3_TEXT}}</a:t>
            </a:r>
          </a:p>
        </p:txBody>
      </p:sp>
      <p:sp>
        <p:nvSpPr>
          <p:cNvPr id="30" name="Oval 29"/>
          <p:cNvSpPr/>
          <p:nvPr/>
        </p:nvSpPr>
        <p:spPr>
          <a:xfrm>
            <a:off x="4210812" y="5907024"/>
            <a:ext cx="329184" cy="329184"/>
          </a:xfrm>
          <a:prstGeom prst="ellipse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ightning Bolt 30"/>
          <p:cNvSpPr/>
          <p:nvPr/>
        </p:nvSpPr>
        <p:spPr>
          <a:xfrm>
            <a:off x="4302252" y="5971032"/>
            <a:ext cx="146304" cy="201168"/>
          </a:xfrm>
          <a:prstGeom prst="lightningBolt">
            <a:avLst/>
          </a:prstGeom>
          <a:solidFill>
            <a:srgbClr val="B7FF00"/>
          </a:solidFill>
          <a:ln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6318504"/>
            <a:ext cx="11612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80" b="1">
                <a:solidFill>
                  <a:srgbClr val="0C0D0C"/>
                </a:solidFill>
                <a:latin typeface="Montserrat"/>
              </a:rPr>
              <a:t>{{BENEFIT_4_TITLE}}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9624" y="6574536"/>
            <a:ext cx="105156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70" b="0">
                <a:solidFill>
                  <a:srgbClr val="626962"/>
                </a:solidFill>
                <a:latin typeface="Montserrat"/>
              </a:rPr>
              <a:t>{{BENEFIT_4_TEXT}}</a:t>
            </a:r>
          </a:p>
        </p:txBody>
      </p:sp>
      <p:sp>
        <p:nvSpPr>
          <p:cNvPr id="34" name="Oval 33"/>
          <p:cNvSpPr/>
          <p:nvPr/>
        </p:nvSpPr>
        <p:spPr>
          <a:xfrm>
            <a:off x="5372100" y="5907024"/>
            <a:ext cx="329184" cy="329184"/>
          </a:xfrm>
          <a:prstGeom prst="ellipse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00116" y="6035040"/>
            <a:ext cx="73152" cy="73152"/>
          </a:xfrm>
          <a:prstGeom prst="ellipse">
            <a:avLst/>
          </a:prstGeom>
          <a:solidFill>
            <a:srgbClr val="B7FF00"/>
          </a:solidFill>
          <a:ln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6318504"/>
            <a:ext cx="11612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80" b="1">
                <a:solidFill>
                  <a:srgbClr val="0C0D0C"/>
                </a:solidFill>
                <a:latin typeface="Montserrat"/>
              </a:rPr>
              <a:t>{{BENEFIT_5_TITLE}}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6574536"/>
            <a:ext cx="105156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70" b="0">
                <a:solidFill>
                  <a:srgbClr val="626962"/>
                </a:solidFill>
                <a:latin typeface="Montserrat"/>
              </a:rPr>
              <a:t>{{BENEFIT_5_TEXT}}</a:t>
            </a:r>
          </a:p>
        </p:txBody>
      </p:sp>
      <p:sp>
        <p:nvSpPr>
          <p:cNvPr id="38" name="Oval 37"/>
          <p:cNvSpPr/>
          <p:nvPr/>
        </p:nvSpPr>
        <p:spPr>
          <a:xfrm>
            <a:off x="6533388" y="5907024"/>
            <a:ext cx="329184" cy="329184"/>
          </a:xfrm>
          <a:prstGeom prst="ellipse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5-Point Star 38"/>
          <p:cNvSpPr/>
          <p:nvPr/>
        </p:nvSpPr>
        <p:spPr>
          <a:xfrm>
            <a:off x="6615683" y="5980176"/>
            <a:ext cx="164592" cy="164592"/>
          </a:xfrm>
          <a:prstGeom prst="star5">
            <a:avLst/>
          </a:prstGeom>
          <a:noFill/>
          <a:ln w="1270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17336" y="6318504"/>
            <a:ext cx="11612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80" b="1">
                <a:solidFill>
                  <a:srgbClr val="0C0D0C"/>
                </a:solidFill>
                <a:latin typeface="Montserrat"/>
              </a:rPr>
              <a:t>{{BENEFIT_6_TITLE}}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199" y="6574536"/>
            <a:ext cx="105156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70" b="0">
                <a:solidFill>
                  <a:srgbClr val="626962"/>
                </a:solidFill>
                <a:latin typeface="Montserrat"/>
              </a:rPr>
              <a:t>{{BENEFIT_6_TEXT}}</a:t>
            </a:r>
          </a:p>
        </p:txBody>
      </p:sp>
      <p:sp>
        <p:nvSpPr>
          <p:cNvPr id="42" name="Parallelogram 41"/>
          <p:cNvSpPr/>
          <p:nvPr/>
        </p:nvSpPr>
        <p:spPr>
          <a:xfrm>
            <a:off x="393192" y="8138160"/>
            <a:ext cx="3310128" cy="658368"/>
          </a:xfrm>
          <a:prstGeom prst="parallelogram">
            <a:avLst/>
          </a:prstGeom>
          <a:solidFill>
            <a:srgbClr val="0C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8229600"/>
            <a:ext cx="2907792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nton"/>
              </a:rPr>
              <a:t>{{CTA}}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" y="8933688"/>
            <a:ext cx="297180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C0D0C"/>
                </a:solidFill>
                <a:latin typeface="Montserrat"/>
              </a:rPr>
              <a:t>{{CTA_SUBTITLE}}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3822191" y="8266175"/>
            <a:ext cx="1261872" cy="603504"/>
          </a:xfrm>
          <a:prstGeom prst="rightArrow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83480" y="8339327"/>
            <a:ext cx="128016" cy="128016"/>
          </a:xfrm>
          <a:prstGeom prst="ellipse">
            <a:avLst/>
          </a:prstGeom>
          <a:solidFill>
            <a:srgbClr val="B7FF00"/>
          </a:solidFill>
          <a:ln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8302752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C0D0C"/>
                </a:solidFill>
                <a:latin typeface="Montserrat"/>
              </a:rPr>
              <a:t>{{ADDRESS}}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3480" y="8705088"/>
            <a:ext cx="146304" cy="219456"/>
          </a:xfrm>
          <a:prstGeom prst="roundRect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12080" y="8686800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C0D0C"/>
                </a:solidFill>
                <a:latin typeface="Montserrat"/>
              </a:rPr>
              <a:t>{{PHONE}}</a:t>
            </a:r>
          </a:p>
        </p:txBody>
      </p:sp>
      <p:sp>
        <p:nvSpPr>
          <p:cNvPr id="50" name="Oval 49"/>
          <p:cNvSpPr/>
          <p:nvPr/>
        </p:nvSpPr>
        <p:spPr>
          <a:xfrm>
            <a:off x="4983480" y="9070848"/>
            <a:ext cx="164592" cy="164592"/>
          </a:xfrm>
          <a:prstGeom prst="ellipse">
            <a:avLst/>
          </a:prstGeom>
          <a:noFill/>
          <a:ln w="1778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9052560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C0D0C"/>
                </a:solidFill>
                <a:latin typeface="Montserrat"/>
              </a:rPr>
              <a:t>{{INSTAGRAM}}</a:t>
            </a:r>
          </a:p>
        </p:txBody>
      </p:sp>
      <p:sp>
        <p:nvSpPr>
          <p:cNvPr id="52" name="LOGO"/>
          <p:cNvSpPr/>
          <p:nvPr/>
        </p:nvSpPr>
        <p:spPr>
          <a:xfrm>
            <a:off x="6400800" y="8375904"/>
            <a:ext cx="6583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05856" y="9162288"/>
            <a:ext cx="141732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60" b="1">
                <a:solidFill>
                  <a:srgbClr val="0C0D0C"/>
                </a:solidFill>
                <a:latin typeface="Montserrat"/>
              </a:rPr>
              <a:t>VIRTUS
COMBAT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